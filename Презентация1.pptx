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23678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0137185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998400716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714195234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60949182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49637820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380422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8005809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52198945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DF9D4A-A170-C408-6C07-E4628415EF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E8DEAA-125A-59D0-20D7-229A464E51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EE4C1-23B4-E4C7-09A4-ACCBEA2449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38E9B3-D51C-4F3B-7DF4-22DFC0987E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03797C-4FA7-0197-82BC-E75B7A84C4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74648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70734086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161075251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8585053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326622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84201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30800227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7051409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89042602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1842104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033444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92950395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4168053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37411804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0342191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56270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53717578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841621667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99778653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93344802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86294624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921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28678307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66878248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697747699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19848680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34574395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066886049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577064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72739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47566206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866630110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1900309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818936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112025389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5982730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924291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36624256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81283992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97011723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303238760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63512742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447403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021241741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190043376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57685600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480554861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56023534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32965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36314499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50997012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25379842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6530978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796355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01885009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66203503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45367973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4738211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741599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93882414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82567894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7573233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755409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810750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431900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175124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554653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11005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081900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2026-10-21T08:34:30Z</dcterms:modified>
</cp:coreProperties>
</file>